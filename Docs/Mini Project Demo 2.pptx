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F0FB86-454A-47C1-ABE1-6E7E1506C86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169DEFF-4987-4010-84F9-5929985AE465}">
      <dgm:prSet/>
      <dgm:spPr/>
      <dgm:t>
        <a:bodyPr/>
        <a:lstStyle/>
        <a:p>
          <a:r>
            <a:rPr lang="en-US"/>
            <a:t>Users</a:t>
          </a:r>
        </a:p>
      </dgm:t>
    </dgm:pt>
    <dgm:pt modelId="{4AA6B1CC-F915-421A-ABD5-6460DC03D726}" type="parTrans" cxnId="{1C18C89F-6575-4BC3-9577-302AD3771E57}">
      <dgm:prSet/>
      <dgm:spPr/>
      <dgm:t>
        <a:bodyPr/>
        <a:lstStyle/>
        <a:p>
          <a:endParaRPr lang="en-US"/>
        </a:p>
      </dgm:t>
    </dgm:pt>
    <dgm:pt modelId="{7CA1C314-C612-4A29-88DD-C34DECCB2BF9}" type="sibTrans" cxnId="{1C18C89F-6575-4BC3-9577-302AD3771E57}">
      <dgm:prSet/>
      <dgm:spPr/>
      <dgm:t>
        <a:bodyPr/>
        <a:lstStyle/>
        <a:p>
          <a:endParaRPr lang="en-US"/>
        </a:p>
      </dgm:t>
    </dgm:pt>
    <dgm:pt modelId="{3F1AF4C6-1542-49C4-8A0A-B0585B96DB66}">
      <dgm:prSet/>
      <dgm:spPr/>
      <dgm:t>
        <a:bodyPr/>
        <a:lstStyle/>
        <a:p>
          <a:r>
            <a:rPr lang="en-US"/>
            <a:t>Stores user account information.</a:t>
          </a:r>
        </a:p>
      </dgm:t>
    </dgm:pt>
    <dgm:pt modelId="{CAC59052-6BC1-453F-BAD7-0639A777A78F}" type="parTrans" cxnId="{02B36981-F017-4B27-8016-E81DC22D9CC4}">
      <dgm:prSet/>
      <dgm:spPr/>
      <dgm:t>
        <a:bodyPr/>
        <a:lstStyle/>
        <a:p>
          <a:endParaRPr lang="en-US"/>
        </a:p>
      </dgm:t>
    </dgm:pt>
    <dgm:pt modelId="{D04148CC-2B49-4D4F-BEAC-8E61A34CAAD3}" type="sibTrans" cxnId="{02B36981-F017-4B27-8016-E81DC22D9CC4}">
      <dgm:prSet/>
      <dgm:spPr/>
      <dgm:t>
        <a:bodyPr/>
        <a:lstStyle/>
        <a:p>
          <a:endParaRPr lang="en-US"/>
        </a:p>
      </dgm:t>
    </dgm:pt>
    <dgm:pt modelId="{4622A0D2-7C54-408F-A0DF-EAF2610C5F84}">
      <dgm:prSet/>
      <dgm:spPr/>
      <dgm:t>
        <a:bodyPr/>
        <a:lstStyle/>
        <a:p>
          <a:r>
            <a:rPr lang="en-US"/>
            <a:t>Sessions</a:t>
          </a:r>
        </a:p>
      </dgm:t>
    </dgm:pt>
    <dgm:pt modelId="{28F63314-C01D-4906-AC6D-34BFCF7056AF}" type="parTrans" cxnId="{8DF5E20F-E275-4199-954B-546A0EF94EA1}">
      <dgm:prSet/>
      <dgm:spPr/>
      <dgm:t>
        <a:bodyPr/>
        <a:lstStyle/>
        <a:p>
          <a:endParaRPr lang="en-US"/>
        </a:p>
      </dgm:t>
    </dgm:pt>
    <dgm:pt modelId="{8286D11C-2B84-4857-A68D-5461AC9F71C8}" type="sibTrans" cxnId="{8DF5E20F-E275-4199-954B-546A0EF94EA1}">
      <dgm:prSet/>
      <dgm:spPr/>
      <dgm:t>
        <a:bodyPr/>
        <a:lstStyle/>
        <a:p>
          <a:endParaRPr lang="en-US"/>
        </a:p>
      </dgm:t>
    </dgm:pt>
    <dgm:pt modelId="{5188B5FC-0950-427A-9BD3-363EDF3102DC}">
      <dgm:prSet/>
      <dgm:spPr/>
      <dgm:t>
        <a:bodyPr/>
        <a:lstStyle/>
        <a:p>
          <a:r>
            <a:rPr lang="en-US"/>
            <a:t>Stores login session information so the system knows who is signed in.</a:t>
          </a:r>
        </a:p>
      </dgm:t>
    </dgm:pt>
    <dgm:pt modelId="{89FE4DF6-2158-4279-98D8-50BF41808753}" type="parTrans" cxnId="{67B3FD6D-17F6-4C95-A4CC-C871EA848D9F}">
      <dgm:prSet/>
      <dgm:spPr/>
      <dgm:t>
        <a:bodyPr/>
        <a:lstStyle/>
        <a:p>
          <a:endParaRPr lang="en-US"/>
        </a:p>
      </dgm:t>
    </dgm:pt>
    <dgm:pt modelId="{4A2F0257-4489-4623-BC32-B712DE7B0823}" type="sibTrans" cxnId="{67B3FD6D-17F6-4C95-A4CC-C871EA848D9F}">
      <dgm:prSet/>
      <dgm:spPr/>
      <dgm:t>
        <a:bodyPr/>
        <a:lstStyle/>
        <a:p>
          <a:endParaRPr lang="en-US"/>
        </a:p>
      </dgm:t>
    </dgm:pt>
    <dgm:pt modelId="{A2B05BB9-2090-48F5-B07F-C370811BD58C}">
      <dgm:prSet/>
      <dgm:spPr/>
      <dgm:t>
        <a:bodyPr/>
        <a:lstStyle/>
        <a:p>
          <a:r>
            <a:rPr lang="en-US"/>
            <a:t>Tasks</a:t>
          </a:r>
        </a:p>
      </dgm:t>
    </dgm:pt>
    <dgm:pt modelId="{B56EFF3F-6750-496D-8165-942D09641BD9}" type="parTrans" cxnId="{294533D8-0B22-4A5E-945A-0E3FD1B6BBED}">
      <dgm:prSet/>
      <dgm:spPr/>
      <dgm:t>
        <a:bodyPr/>
        <a:lstStyle/>
        <a:p>
          <a:endParaRPr lang="en-US"/>
        </a:p>
      </dgm:t>
    </dgm:pt>
    <dgm:pt modelId="{3CC9C2D7-872F-40F5-9A4A-4F44C87F9F82}" type="sibTrans" cxnId="{294533D8-0B22-4A5E-945A-0E3FD1B6BBED}">
      <dgm:prSet/>
      <dgm:spPr/>
      <dgm:t>
        <a:bodyPr/>
        <a:lstStyle/>
        <a:p>
          <a:endParaRPr lang="en-US"/>
        </a:p>
      </dgm:t>
    </dgm:pt>
    <dgm:pt modelId="{EFDBEFF3-C611-43A3-8FCD-A8C1C84E25AE}">
      <dgm:prSet/>
      <dgm:spPr/>
      <dgm:t>
        <a:bodyPr/>
        <a:lstStyle/>
        <a:p>
          <a:r>
            <a:rPr lang="en-US"/>
            <a:t>Stores all task information for each student.</a:t>
          </a:r>
        </a:p>
      </dgm:t>
    </dgm:pt>
    <dgm:pt modelId="{F9117EAD-8901-4499-9EA5-DF4C5ED7F647}" type="parTrans" cxnId="{E06753B7-FD30-4EE9-92D4-38ED024DF10B}">
      <dgm:prSet/>
      <dgm:spPr/>
      <dgm:t>
        <a:bodyPr/>
        <a:lstStyle/>
        <a:p>
          <a:endParaRPr lang="en-US"/>
        </a:p>
      </dgm:t>
    </dgm:pt>
    <dgm:pt modelId="{69EF4BCA-B26D-44FC-99EF-8B7B68BECFE9}" type="sibTrans" cxnId="{E06753B7-FD30-4EE9-92D4-38ED024DF10B}">
      <dgm:prSet/>
      <dgm:spPr/>
      <dgm:t>
        <a:bodyPr/>
        <a:lstStyle/>
        <a:p>
          <a:endParaRPr lang="en-US"/>
        </a:p>
      </dgm:t>
    </dgm:pt>
    <dgm:pt modelId="{F20CBBAE-8842-49E9-B9AA-8A7C7F1E4E62}">
      <dgm:prSet/>
      <dgm:spPr/>
      <dgm:t>
        <a:bodyPr/>
        <a:lstStyle/>
        <a:p>
          <a:r>
            <a:rPr lang="en-US"/>
            <a:t>Important Task Fields</a:t>
          </a:r>
        </a:p>
      </dgm:t>
    </dgm:pt>
    <dgm:pt modelId="{19C2C0E2-0933-4C37-B5B4-D1564C6627DD}" type="parTrans" cxnId="{7F532696-3EAC-4494-8A2A-CD9870F460E7}">
      <dgm:prSet/>
      <dgm:spPr/>
      <dgm:t>
        <a:bodyPr/>
        <a:lstStyle/>
        <a:p>
          <a:endParaRPr lang="en-US"/>
        </a:p>
      </dgm:t>
    </dgm:pt>
    <dgm:pt modelId="{DA3CE79F-CDF9-4771-B26D-05334929773F}" type="sibTrans" cxnId="{7F532696-3EAC-4494-8A2A-CD9870F460E7}">
      <dgm:prSet/>
      <dgm:spPr/>
      <dgm:t>
        <a:bodyPr/>
        <a:lstStyle/>
        <a:p>
          <a:endParaRPr lang="en-US"/>
        </a:p>
      </dgm:t>
    </dgm:pt>
    <dgm:pt modelId="{417C47E5-FD40-4E5D-B628-BA76B99BA043}">
      <dgm:prSet/>
      <dgm:spPr/>
      <dgm:t>
        <a:bodyPr/>
        <a:lstStyle/>
        <a:p>
          <a:r>
            <a:rPr lang="en-US"/>
            <a:t>title, course, description, due_date, priority, status, user_id</a:t>
          </a:r>
        </a:p>
      </dgm:t>
    </dgm:pt>
    <dgm:pt modelId="{BCA0C6F6-37D3-4E43-8855-A507B99E7E85}" type="parTrans" cxnId="{C8A35AB6-3564-4EB6-9F6A-1E0033727D2F}">
      <dgm:prSet/>
      <dgm:spPr/>
      <dgm:t>
        <a:bodyPr/>
        <a:lstStyle/>
        <a:p>
          <a:endParaRPr lang="en-US"/>
        </a:p>
      </dgm:t>
    </dgm:pt>
    <dgm:pt modelId="{E78CB5B6-A11F-488D-9725-D5B852A297A0}" type="sibTrans" cxnId="{C8A35AB6-3564-4EB6-9F6A-1E0033727D2F}">
      <dgm:prSet/>
      <dgm:spPr/>
      <dgm:t>
        <a:bodyPr/>
        <a:lstStyle/>
        <a:p>
          <a:endParaRPr lang="en-US"/>
        </a:p>
      </dgm:t>
    </dgm:pt>
    <dgm:pt modelId="{C3BCF708-49B0-47F2-A12A-B0DFA776B89A}" type="pres">
      <dgm:prSet presAssocID="{F6F0FB86-454A-47C1-ABE1-6E7E1506C868}" presName="Name0" presStyleCnt="0">
        <dgm:presLayoutVars>
          <dgm:dir/>
          <dgm:resizeHandles val="exact"/>
        </dgm:presLayoutVars>
      </dgm:prSet>
      <dgm:spPr/>
    </dgm:pt>
    <dgm:pt modelId="{6C4EE6C7-CEE0-4077-A1BF-13CC49CA2E54}" type="pres">
      <dgm:prSet presAssocID="{B169DEFF-4987-4010-84F9-5929985AE465}" presName="node" presStyleLbl="node1" presStyleIdx="0" presStyleCnt="8">
        <dgm:presLayoutVars>
          <dgm:bulletEnabled val="1"/>
        </dgm:presLayoutVars>
      </dgm:prSet>
      <dgm:spPr/>
    </dgm:pt>
    <dgm:pt modelId="{049E2CE3-FA11-4066-9360-9627BC820E4E}" type="pres">
      <dgm:prSet presAssocID="{7CA1C314-C612-4A29-88DD-C34DECCB2BF9}" presName="sibTrans" presStyleLbl="sibTrans1D1" presStyleIdx="0" presStyleCnt="7"/>
      <dgm:spPr/>
    </dgm:pt>
    <dgm:pt modelId="{C8B233F6-0CB2-4B9A-AAC6-0116FA5320D2}" type="pres">
      <dgm:prSet presAssocID="{7CA1C314-C612-4A29-88DD-C34DECCB2BF9}" presName="connectorText" presStyleLbl="sibTrans1D1" presStyleIdx="0" presStyleCnt="7"/>
      <dgm:spPr/>
    </dgm:pt>
    <dgm:pt modelId="{F79E4191-825E-4022-A9BD-0EA1F6865B0A}" type="pres">
      <dgm:prSet presAssocID="{3F1AF4C6-1542-49C4-8A0A-B0585B96DB66}" presName="node" presStyleLbl="node1" presStyleIdx="1" presStyleCnt="8">
        <dgm:presLayoutVars>
          <dgm:bulletEnabled val="1"/>
        </dgm:presLayoutVars>
      </dgm:prSet>
      <dgm:spPr/>
    </dgm:pt>
    <dgm:pt modelId="{FF29CA00-420F-4088-AE71-E3C7DCD2B30A}" type="pres">
      <dgm:prSet presAssocID="{D04148CC-2B49-4D4F-BEAC-8E61A34CAAD3}" presName="sibTrans" presStyleLbl="sibTrans1D1" presStyleIdx="1" presStyleCnt="7"/>
      <dgm:spPr/>
    </dgm:pt>
    <dgm:pt modelId="{7954008D-09A9-4526-A488-2A46ABCEBD15}" type="pres">
      <dgm:prSet presAssocID="{D04148CC-2B49-4D4F-BEAC-8E61A34CAAD3}" presName="connectorText" presStyleLbl="sibTrans1D1" presStyleIdx="1" presStyleCnt="7"/>
      <dgm:spPr/>
    </dgm:pt>
    <dgm:pt modelId="{C398244A-625E-4515-8984-CDB34B413C67}" type="pres">
      <dgm:prSet presAssocID="{4622A0D2-7C54-408F-A0DF-EAF2610C5F84}" presName="node" presStyleLbl="node1" presStyleIdx="2" presStyleCnt="8">
        <dgm:presLayoutVars>
          <dgm:bulletEnabled val="1"/>
        </dgm:presLayoutVars>
      </dgm:prSet>
      <dgm:spPr/>
    </dgm:pt>
    <dgm:pt modelId="{C15013E9-1946-4E09-82D8-D1744B9B0F06}" type="pres">
      <dgm:prSet presAssocID="{8286D11C-2B84-4857-A68D-5461AC9F71C8}" presName="sibTrans" presStyleLbl="sibTrans1D1" presStyleIdx="2" presStyleCnt="7"/>
      <dgm:spPr/>
    </dgm:pt>
    <dgm:pt modelId="{A1E8510F-26BF-4F18-A066-AA7854448356}" type="pres">
      <dgm:prSet presAssocID="{8286D11C-2B84-4857-A68D-5461AC9F71C8}" presName="connectorText" presStyleLbl="sibTrans1D1" presStyleIdx="2" presStyleCnt="7"/>
      <dgm:spPr/>
    </dgm:pt>
    <dgm:pt modelId="{5669FAD1-D7AD-4F19-AE9D-4837EC2E3063}" type="pres">
      <dgm:prSet presAssocID="{5188B5FC-0950-427A-9BD3-363EDF3102DC}" presName="node" presStyleLbl="node1" presStyleIdx="3" presStyleCnt="8">
        <dgm:presLayoutVars>
          <dgm:bulletEnabled val="1"/>
        </dgm:presLayoutVars>
      </dgm:prSet>
      <dgm:spPr/>
    </dgm:pt>
    <dgm:pt modelId="{F2D5E0BE-1362-470F-95E1-6112CB41DD38}" type="pres">
      <dgm:prSet presAssocID="{4A2F0257-4489-4623-BC32-B712DE7B0823}" presName="sibTrans" presStyleLbl="sibTrans1D1" presStyleIdx="3" presStyleCnt="7"/>
      <dgm:spPr/>
    </dgm:pt>
    <dgm:pt modelId="{474498BE-FC2D-423E-BE7F-4D342B31DC5C}" type="pres">
      <dgm:prSet presAssocID="{4A2F0257-4489-4623-BC32-B712DE7B0823}" presName="connectorText" presStyleLbl="sibTrans1D1" presStyleIdx="3" presStyleCnt="7"/>
      <dgm:spPr/>
    </dgm:pt>
    <dgm:pt modelId="{5EBA94CD-E69C-4785-BAD8-B6A13A2BFEA6}" type="pres">
      <dgm:prSet presAssocID="{A2B05BB9-2090-48F5-B07F-C370811BD58C}" presName="node" presStyleLbl="node1" presStyleIdx="4" presStyleCnt="8">
        <dgm:presLayoutVars>
          <dgm:bulletEnabled val="1"/>
        </dgm:presLayoutVars>
      </dgm:prSet>
      <dgm:spPr/>
    </dgm:pt>
    <dgm:pt modelId="{3DA4319B-D36F-49FC-A4A1-9E76C7D71768}" type="pres">
      <dgm:prSet presAssocID="{3CC9C2D7-872F-40F5-9A4A-4F44C87F9F82}" presName="sibTrans" presStyleLbl="sibTrans1D1" presStyleIdx="4" presStyleCnt="7"/>
      <dgm:spPr/>
    </dgm:pt>
    <dgm:pt modelId="{342F60B3-6FFB-44FD-8CDD-D3FFE3015AC9}" type="pres">
      <dgm:prSet presAssocID="{3CC9C2D7-872F-40F5-9A4A-4F44C87F9F82}" presName="connectorText" presStyleLbl="sibTrans1D1" presStyleIdx="4" presStyleCnt="7"/>
      <dgm:spPr/>
    </dgm:pt>
    <dgm:pt modelId="{089ECA7C-7992-4926-B07A-5CE44ABF877E}" type="pres">
      <dgm:prSet presAssocID="{EFDBEFF3-C611-43A3-8FCD-A8C1C84E25AE}" presName="node" presStyleLbl="node1" presStyleIdx="5" presStyleCnt="8">
        <dgm:presLayoutVars>
          <dgm:bulletEnabled val="1"/>
        </dgm:presLayoutVars>
      </dgm:prSet>
      <dgm:spPr/>
    </dgm:pt>
    <dgm:pt modelId="{70B86C10-6229-4278-81FB-074B243BB811}" type="pres">
      <dgm:prSet presAssocID="{69EF4BCA-B26D-44FC-99EF-8B7B68BECFE9}" presName="sibTrans" presStyleLbl="sibTrans1D1" presStyleIdx="5" presStyleCnt="7"/>
      <dgm:spPr/>
    </dgm:pt>
    <dgm:pt modelId="{502C9BE0-27E9-4868-877D-F19C79D0AFF5}" type="pres">
      <dgm:prSet presAssocID="{69EF4BCA-B26D-44FC-99EF-8B7B68BECFE9}" presName="connectorText" presStyleLbl="sibTrans1D1" presStyleIdx="5" presStyleCnt="7"/>
      <dgm:spPr/>
    </dgm:pt>
    <dgm:pt modelId="{1F14373E-4271-4E68-BA59-199D6F0ADD8B}" type="pres">
      <dgm:prSet presAssocID="{F20CBBAE-8842-49E9-B9AA-8A7C7F1E4E62}" presName="node" presStyleLbl="node1" presStyleIdx="6" presStyleCnt="8">
        <dgm:presLayoutVars>
          <dgm:bulletEnabled val="1"/>
        </dgm:presLayoutVars>
      </dgm:prSet>
      <dgm:spPr/>
    </dgm:pt>
    <dgm:pt modelId="{D20A3C0D-F961-4710-B892-6D2455C4941C}" type="pres">
      <dgm:prSet presAssocID="{DA3CE79F-CDF9-4771-B26D-05334929773F}" presName="sibTrans" presStyleLbl="sibTrans1D1" presStyleIdx="6" presStyleCnt="7"/>
      <dgm:spPr/>
    </dgm:pt>
    <dgm:pt modelId="{E3F3B6EF-800B-49F6-9B13-095B2CE8BCE1}" type="pres">
      <dgm:prSet presAssocID="{DA3CE79F-CDF9-4771-B26D-05334929773F}" presName="connectorText" presStyleLbl="sibTrans1D1" presStyleIdx="6" presStyleCnt="7"/>
      <dgm:spPr/>
    </dgm:pt>
    <dgm:pt modelId="{5EA837DC-163A-4DB2-A10B-4ACF0CB3F8C7}" type="pres">
      <dgm:prSet presAssocID="{417C47E5-FD40-4E5D-B628-BA76B99BA043}" presName="node" presStyleLbl="node1" presStyleIdx="7" presStyleCnt="8">
        <dgm:presLayoutVars>
          <dgm:bulletEnabled val="1"/>
        </dgm:presLayoutVars>
      </dgm:prSet>
      <dgm:spPr/>
    </dgm:pt>
  </dgm:ptLst>
  <dgm:cxnLst>
    <dgm:cxn modelId="{852A6F0D-F93A-4A04-B104-0E249FB73BF2}" type="presOf" srcId="{F6F0FB86-454A-47C1-ABE1-6E7E1506C868}" destId="{C3BCF708-49B0-47F2-A12A-B0DFA776B89A}" srcOrd="0" destOrd="0" presId="urn:microsoft.com/office/officeart/2016/7/layout/RepeatingBendingProcessNew"/>
    <dgm:cxn modelId="{484BBC0D-659C-4B68-A23F-A37793E825F6}" type="presOf" srcId="{69EF4BCA-B26D-44FC-99EF-8B7B68BECFE9}" destId="{502C9BE0-27E9-4868-877D-F19C79D0AFF5}" srcOrd="1" destOrd="0" presId="urn:microsoft.com/office/officeart/2016/7/layout/RepeatingBendingProcessNew"/>
    <dgm:cxn modelId="{8DF5E20F-E275-4199-954B-546A0EF94EA1}" srcId="{F6F0FB86-454A-47C1-ABE1-6E7E1506C868}" destId="{4622A0D2-7C54-408F-A0DF-EAF2610C5F84}" srcOrd="2" destOrd="0" parTransId="{28F63314-C01D-4906-AC6D-34BFCF7056AF}" sibTransId="{8286D11C-2B84-4857-A68D-5461AC9F71C8}"/>
    <dgm:cxn modelId="{01818017-8AD9-4225-B3AE-8364E8B6EBA9}" type="presOf" srcId="{8286D11C-2B84-4857-A68D-5461AC9F71C8}" destId="{A1E8510F-26BF-4F18-A066-AA7854448356}" srcOrd="1" destOrd="0" presId="urn:microsoft.com/office/officeart/2016/7/layout/RepeatingBendingProcessNew"/>
    <dgm:cxn modelId="{EFDC5E2C-764B-4358-8CD6-86201EC4ABB4}" type="presOf" srcId="{F20CBBAE-8842-49E9-B9AA-8A7C7F1E4E62}" destId="{1F14373E-4271-4E68-BA59-199D6F0ADD8B}" srcOrd="0" destOrd="0" presId="urn:microsoft.com/office/officeart/2016/7/layout/RepeatingBendingProcessNew"/>
    <dgm:cxn modelId="{E2CD9F39-43A1-494F-903F-1A59C8CD571E}" type="presOf" srcId="{D04148CC-2B49-4D4F-BEAC-8E61A34CAAD3}" destId="{FF29CA00-420F-4088-AE71-E3C7DCD2B30A}" srcOrd="0" destOrd="0" presId="urn:microsoft.com/office/officeart/2016/7/layout/RepeatingBendingProcessNew"/>
    <dgm:cxn modelId="{C8FBB23A-5B0F-41A6-BDED-0520BB227170}" type="presOf" srcId="{417C47E5-FD40-4E5D-B628-BA76B99BA043}" destId="{5EA837DC-163A-4DB2-A10B-4ACF0CB3F8C7}" srcOrd="0" destOrd="0" presId="urn:microsoft.com/office/officeart/2016/7/layout/RepeatingBendingProcessNew"/>
    <dgm:cxn modelId="{AFA0F15F-3658-452E-9A8E-FB00B610A8C4}" type="presOf" srcId="{3CC9C2D7-872F-40F5-9A4A-4F44C87F9F82}" destId="{342F60B3-6FFB-44FD-8CDD-D3FFE3015AC9}" srcOrd="1" destOrd="0" presId="urn:microsoft.com/office/officeart/2016/7/layout/RepeatingBendingProcessNew"/>
    <dgm:cxn modelId="{75B7F565-005F-44B2-A1AD-719CB6B3762B}" type="presOf" srcId="{A2B05BB9-2090-48F5-B07F-C370811BD58C}" destId="{5EBA94CD-E69C-4785-BAD8-B6A13A2BFEA6}" srcOrd="0" destOrd="0" presId="urn:microsoft.com/office/officeart/2016/7/layout/RepeatingBendingProcessNew"/>
    <dgm:cxn modelId="{6E2CAC4A-1C98-4812-AE51-0402490EE66D}" type="presOf" srcId="{DA3CE79F-CDF9-4771-B26D-05334929773F}" destId="{D20A3C0D-F961-4710-B892-6D2455C4941C}" srcOrd="0" destOrd="0" presId="urn:microsoft.com/office/officeart/2016/7/layout/RepeatingBendingProcessNew"/>
    <dgm:cxn modelId="{67B3FD6D-17F6-4C95-A4CC-C871EA848D9F}" srcId="{F6F0FB86-454A-47C1-ABE1-6E7E1506C868}" destId="{5188B5FC-0950-427A-9BD3-363EDF3102DC}" srcOrd="3" destOrd="0" parTransId="{89FE4DF6-2158-4279-98D8-50BF41808753}" sibTransId="{4A2F0257-4489-4623-BC32-B712DE7B0823}"/>
    <dgm:cxn modelId="{D1AB4172-3750-4E8E-B6B9-E8CA0931D1D8}" type="presOf" srcId="{7CA1C314-C612-4A29-88DD-C34DECCB2BF9}" destId="{C8B233F6-0CB2-4B9A-AAC6-0116FA5320D2}" srcOrd="1" destOrd="0" presId="urn:microsoft.com/office/officeart/2016/7/layout/RepeatingBendingProcessNew"/>
    <dgm:cxn modelId="{CF314776-943A-420F-B274-D9E4144D9508}" type="presOf" srcId="{DA3CE79F-CDF9-4771-B26D-05334929773F}" destId="{E3F3B6EF-800B-49F6-9B13-095B2CE8BCE1}" srcOrd="1" destOrd="0" presId="urn:microsoft.com/office/officeart/2016/7/layout/RepeatingBendingProcessNew"/>
    <dgm:cxn modelId="{477A7180-BE45-45BB-A177-6E1A9CD08707}" type="presOf" srcId="{3CC9C2D7-872F-40F5-9A4A-4F44C87F9F82}" destId="{3DA4319B-D36F-49FC-A4A1-9E76C7D71768}" srcOrd="0" destOrd="0" presId="urn:microsoft.com/office/officeart/2016/7/layout/RepeatingBendingProcessNew"/>
    <dgm:cxn modelId="{02B36981-F017-4B27-8016-E81DC22D9CC4}" srcId="{F6F0FB86-454A-47C1-ABE1-6E7E1506C868}" destId="{3F1AF4C6-1542-49C4-8A0A-B0585B96DB66}" srcOrd="1" destOrd="0" parTransId="{CAC59052-6BC1-453F-BAD7-0639A777A78F}" sibTransId="{D04148CC-2B49-4D4F-BEAC-8E61A34CAAD3}"/>
    <dgm:cxn modelId="{6266FE88-D8BD-4408-A5F2-1F25A6671470}" type="presOf" srcId="{5188B5FC-0950-427A-9BD3-363EDF3102DC}" destId="{5669FAD1-D7AD-4F19-AE9D-4837EC2E3063}" srcOrd="0" destOrd="0" presId="urn:microsoft.com/office/officeart/2016/7/layout/RepeatingBendingProcessNew"/>
    <dgm:cxn modelId="{E41ACC8B-18A4-4EB8-B088-531255992385}" type="presOf" srcId="{4A2F0257-4489-4623-BC32-B712DE7B0823}" destId="{474498BE-FC2D-423E-BE7F-4D342B31DC5C}" srcOrd="1" destOrd="0" presId="urn:microsoft.com/office/officeart/2016/7/layout/RepeatingBendingProcessNew"/>
    <dgm:cxn modelId="{CF1B0593-D1B0-41C4-BA1B-BFC7786DD8DB}" type="presOf" srcId="{69EF4BCA-B26D-44FC-99EF-8B7B68BECFE9}" destId="{70B86C10-6229-4278-81FB-074B243BB811}" srcOrd="0" destOrd="0" presId="urn:microsoft.com/office/officeart/2016/7/layout/RepeatingBendingProcessNew"/>
    <dgm:cxn modelId="{7F532696-3EAC-4494-8A2A-CD9870F460E7}" srcId="{F6F0FB86-454A-47C1-ABE1-6E7E1506C868}" destId="{F20CBBAE-8842-49E9-B9AA-8A7C7F1E4E62}" srcOrd="6" destOrd="0" parTransId="{19C2C0E2-0933-4C37-B5B4-D1564C6627DD}" sibTransId="{DA3CE79F-CDF9-4771-B26D-05334929773F}"/>
    <dgm:cxn modelId="{1C18C89F-6575-4BC3-9577-302AD3771E57}" srcId="{F6F0FB86-454A-47C1-ABE1-6E7E1506C868}" destId="{B169DEFF-4987-4010-84F9-5929985AE465}" srcOrd="0" destOrd="0" parTransId="{4AA6B1CC-F915-421A-ABD5-6460DC03D726}" sibTransId="{7CA1C314-C612-4A29-88DD-C34DECCB2BF9}"/>
    <dgm:cxn modelId="{E566FBA0-90A8-4B3D-AC54-696DC423E440}" type="presOf" srcId="{EFDBEFF3-C611-43A3-8FCD-A8C1C84E25AE}" destId="{089ECA7C-7992-4926-B07A-5CE44ABF877E}" srcOrd="0" destOrd="0" presId="urn:microsoft.com/office/officeart/2016/7/layout/RepeatingBendingProcessNew"/>
    <dgm:cxn modelId="{125C4BA5-8CA4-47FB-8011-F96869A3F73F}" type="presOf" srcId="{B169DEFF-4987-4010-84F9-5929985AE465}" destId="{6C4EE6C7-CEE0-4077-A1BF-13CC49CA2E54}" srcOrd="0" destOrd="0" presId="urn:microsoft.com/office/officeart/2016/7/layout/RepeatingBendingProcessNew"/>
    <dgm:cxn modelId="{07BFB0B3-6332-4D09-AB89-5EB45C4C37B5}" type="presOf" srcId="{7CA1C314-C612-4A29-88DD-C34DECCB2BF9}" destId="{049E2CE3-FA11-4066-9360-9627BC820E4E}" srcOrd="0" destOrd="0" presId="urn:microsoft.com/office/officeart/2016/7/layout/RepeatingBendingProcessNew"/>
    <dgm:cxn modelId="{C8A35AB6-3564-4EB6-9F6A-1E0033727D2F}" srcId="{F6F0FB86-454A-47C1-ABE1-6E7E1506C868}" destId="{417C47E5-FD40-4E5D-B628-BA76B99BA043}" srcOrd="7" destOrd="0" parTransId="{BCA0C6F6-37D3-4E43-8855-A507B99E7E85}" sibTransId="{E78CB5B6-A11F-488D-9725-D5B852A297A0}"/>
    <dgm:cxn modelId="{E06753B7-FD30-4EE9-92D4-38ED024DF10B}" srcId="{F6F0FB86-454A-47C1-ABE1-6E7E1506C868}" destId="{EFDBEFF3-C611-43A3-8FCD-A8C1C84E25AE}" srcOrd="5" destOrd="0" parTransId="{F9117EAD-8901-4499-9EA5-DF4C5ED7F647}" sibTransId="{69EF4BCA-B26D-44FC-99EF-8B7B68BECFE9}"/>
    <dgm:cxn modelId="{AD7130CF-F4EC-467F-A249-0D97CE2D39AD}" type="presOf" srcId="{4A2F0257-4489-4623-BC32-B712DE7B0823}" destId="{F2D5E0BE-1362-470F-95E1-6112CB41DD38}" srcOrd="0" destOrd="0" presId="urn:microsoft.com/office/officeart/2016/7/layout/RepeatingBendingProcessNew"/>
    <dgm:cxn modelId="{33D289D6-FDBF-45FC-9CF5-975FBC10B826}" type="presOf" srcId="{D04148CC-2B49-4D4F-BEAC-8E61A34CAAD3}" destId="{7954008D-09A9-4526-A488-2A46ABCEBD15}" srcOrd="1" destOrd="0" presId="urn:microsoft.com/office/officeart/2016/7/layout/RepeatingBendingProcessNew"/>
    <dgm:cxn modelId="{294533D8-0B22-4A5E-945A-0E3FD1B6BBED}" srcId="{F6F0FB86-454A-47C1-ABE1-6E7E1506C868}" destId="{A2B05BB9-2090-48F5-B07F-C370811BD58C}" srcOrd="4" destOrd="0" parTransId="{B56EFF3F-6750-496D-8165-942D09641BD9}" sibTransId="{3CC9C2D7-872F-40F5-9A4A-4F44C87F9F82}"/>
    <dgm:cxn modelId="{5ECDB0DD-81D6-4CE5-83F4-94A12B1DCD7A}" type="presOf" srcId="{4622A0D2-7C54-408F-A0DF-EAF2610C5F84}" destId="{C398244A-625E-4515-8984-CDB34B413C67}" srcOrd="0" destOrd="0" presId="urn:microsoft.com/office/officeart/2016/7/layout/RepeatingBendingProcessNew"/>
    <dgm:cxn modelId="{2AB174E2-2E0E-49D9-9EBE-85429A078729}" type="presOf" srcId="{3F1AF4C6-1542-49C4-8A0A-B0585B96DB66}" destId="{F79E4191-825E-4022-A9BD-0EA1F6865B0A}" srcOrd="0" destOrd="0" presId="urn:microsoft.com/office/officeart/2016/7/layout/RepeatingBendingProcessNew"/>
    <dgm:cxn modelId="{A3ECC5ED-D5D7-4EA3-9E8C-CA9198373B81}" type="presOf" srcId="{8286D11C-2B84-4857-A68D-5461AC9F71C8}" destId="{C15013E9-1946-4E09-82D8-D1744B9B0F06}" srcOrd="0" destOrd="0" presId="urn:microsoft.com/office/officeart/2016/7/layout/RepeatingBendingProcessNew"/>
    <dgm:cxn modelId="{180EF113-7356-44E3-828C-7AF337CAE232}" type="presParOf" srcId="{C3BCF708-49B0-47F2-A12A-B0DFA776B89A}" destId="{6C4EE6C7-CEE0-4077-A1BF-13CC49CA2E54}" srcOrd="0" destOrd="0" presId="urn:microsoft.com/office/officeart/2016/7/layout/RepeatingBendingProcessNew"/>
    <dgm:cxn modelId="{B14BEB54-6381-42F0-B16A-4A6835F0C6A8}" type="presParOf" srcId="{C3BCF708-49B0-47F2-A12A-B0DFA776B89A}" destId="{049E2CE3-FA11-4066-9360-9627BC820E4E}" srcOrd="1" destOrd="0" presId="urn:microsoft.com/office/officeart/2016/7/layout/RepeatingBendingProcessNew"/>
    <dgm:cxn modelId="{D5002B32-C0A2-4D4F-9D25-94ADED8D4F94}" type="presParOf" srcId="{049E2CE3-FA11-4066-9360-9627BC820E4E}" destId="{C8B233F6-0CB2-4B9A-AAC6-0116FA5320D2}" srcOrd="0" destOrd="0" presId="urn:microsoft.com/office/officeart/2016/7/layout/RepeatingBendingProcessNew"/>
    <dgm:cxn modelId="{529D52FD-B968-4207-A604-180AC39088D4}" type="presParOf" srcId="{C3BCF708-49B0-47F2-A12A-B0DFA776B89A}" destId="{F79E4191-825E-4022-A9BD-0EA1F6865B0A}" srcOrd="2" destOrd="0" presId="urn:microsoft.com/office/officeart/2016/7/layout/RepeatingBendingProcessNew"/>
    <dgm:cxn modelId="{B8305C82-0A73-4F97-A126-143637A30CBB}" type="presParOf" srcId="{C3BCF708-49B0-47F2-A12A-B0DFA776B89A}" destId="{FF29CA00-420F-4088-AE71-E3C7DCD2B30A}" srcOrd="3" destOrd="0" presId="urn:microsoft.com/office/officeart/2016/7/layout/RepeatingBendingProcessNew"/>
    <dgm:cxn modelId="{05DF8124-AB95-4387-833C-569C99A986A7}" type="presParOf" srcId="{FF29CA00-420F-4088-AE71-E3C7DCD2B30A}" destId="{7954008D-09A9-4526-A488-2A46ABCEBD15}" srcOrd="0" destOrd="0" presId="urn:microsoft.com/office/officeart/2016/7/layout/RepeatingBendingProcessNew"/>
    <dgm:cxn modelId="{7FD0C8C1-40E9-4456-B8AB-E44111D15942}" type="presParOf" srcId="{C3BCF708-49B0-47F2-A12A-B0DFA776B89A}" destId="{C398244A-625E-4515-8984-CDB34B413C67}" srcOrd="4" destOrd="0" presId="urn:microsoft.com/office/officeart/2016/7/layout/RepeatingBendingProcessNew"/>
    <dgm:cxn modelId="{C3348F6D-8D27-49E8-B70E-463EF05E3E13}" type="presParOf" srcId="{C3BCF708-49B0-47F2-A12A-B0DFA776B89A}" destId="{C15013E9-1946-4E09-82D8-D1744B9B0F06}" srcOrd="5" destOrd="0" presId="urn:microsoft.com/office/officeart/2016/7/layout/RepeatingBendingProcessNew"/>
    <dgm:cxn modelId="{AE05752C-ED1E-4D6D-BA83-BE96A0EE85B7}" type="presParOf" srcId="{C15013E9-1946-4E09-82D8-D1744B9B0F06}" destId="{A1E8510F-26BF-4F18-A066-AA7854448356}" srcOrd="0" destOrd="0" presId="urn:microsoft.com/office/officeart/2016/7/layout/RepeatingBendingProcessNew"/>
    <dgm:cxn modelId="{B98645D5-E693-4F6D-8843-B56AA032ED98}" type="presParOf" srcId="{C3BCF708-49B0-47F2-A12A-B0DFA776B89A}" destId="{5669FAD1-D7AD-4F19-AE9D-4837EC2E3063}" srcOrd="6" destOrd="0" presId="urn:microsoft.com/office/officeart/2016/7/layout/RepeatingBendingProcessNew"/>
    <dgm:cxn modelId="{BE887EEF-C0FC-4E20-81DF-E083CE46B8B0}" type="presParOf" srcId="{C3BCF708-49B0-47F2-A12A-B0DFA776B89A}" destId="{F2D5E0BE-1362-470F-95E1-6112CB41DD38}" srcOrd="7" destOrd="0" presId="urn:microsoft.com/office/officeart/2016/7/layout/RepeatingBendingProcessNew"/>
    <dgm:cxn modelId="{1E73B815-D9B4-4797-A328-8D81400BED4B}" type="presParOf" srcId="{F2D5E0BE-1362-470F-95E1-6112CB41DD38}" destId="{474498BE-FC2D-423E-BE7F-4D342B31DC5C}" srcOrd="0" destOrd="0" presId="urn:microsoft.com/office/officeart/2016/7/layout/RepeatingBendingProcessNew"/>
    <dgm:cxn modelId="{7FC63EDE-2FB2-48C3-990F-4DE29B0F3BD6}" type="presParOf" srcId="{C3BCF708-49B0-47F2-A12A-B0DFA776B89A}" destId="{5EBA94CD-E69C-4785-BAD8-B6A13A2BFEA6}" srcOrd="8" destOrd="0" presId="urn:microsoft.com/office/officeart/2016/7/layout/RepeatingBendingProcessNew"/>
    <dgm:cxn modelId="{1C801F0E-1193-4949-83D3-E965451842D8}" type="presParOf" srcId="{C3BCF708-49B0-47F2-A12A-B0DFA776B89A}" destId="{3DA4319B-D36F-49FC-A4A1-9E76C7D71768}" srcOrd="9" destOrd="0" presId="urn:microsoft.com/office/officeart/2016/7/layout/RepeatingBendingProcessNew"/>
    <dgm:cxn modelId="{5941BB2A-9C79-420B-8E45-6E5FBBC19F2B}" type="presParOf" srcId="{3DA4319B-D36F-49FC-A4A1-9E76C7D71768}" destId="{342F60B3-6FFB-44FD-8CDD-D3FFE3015AC9}" srcOrd="0" destOrd="0" presId="urn:microsoft.com/office/officeart/2016/7/layout/RepeatingBendingProcessNew"/>
    <dgm:cxn modelId="{BF6750B1-DC25-4454-A520-710B536BEBAF}" type="presParOf" srcId="{C3BCF708-49B0-47F2-A12A-B0DFA776B89A}" destId="{089ECA7C-7992-4926-B07A-5CE44ABF877E}" srcOrd="10" destOrd="0" presId="urn:microsoft.com/office/officeart/2016/7/layout/RepeatingBendingProcessNew"/>
    <dgm:cxn modelId="{E138E194-6EA9-4B6C-9660-562B6CE473B0}" type="presParOf" srcId="{C3BCF708-49B0-47F2-A12A-B0DFA776B89A}" destId="{70B86C10-6229-4278-81FB-074B243BB811}" srcOrd="11" destOrd="0" presId="urn:microsoft.com/office/officeart/2016/7/layout/RepeatingBendingProcessNew"/>
    <dgm:cxn modelId="{7932591C-CE94-40ED-AAB2-A35402C69559}" type="presParOf" srcId="{70B86C10-6229-4278-81FB-074B243BB811}" destId="{502C9BE0-27E9-4868-877D-F19C79D0AFF5}" srcOrd="0" destOrd="0" presId="urn:microsoft.com/office/officeart/2016/7/layout/RepeatingBendingProcessNew"/>
    <dgm:cxn modelId="{5CEE33E2-FAA8-45C5-8459-51E934EE405F}" type="presParOf" srcId="{C3BCF708-49B0-47F2-A12A-B0DFA776B89A}" destId="{1F14373E-4271-4E68-BA59-199D6F0ADD8B}" srcOrd="12" destOrd="0" presId="urn:microsoft.com/office/officeart/2016/7/layout/RepeatingBendingProcessNew"/>
    <dgm:cxn modelId="{5D84F955-1E27-47FF-A4C6-05E0BB788855}" type="presParOf" srcId="{C3BCF708-49B0-47F2-A12A-B0DFA776B89A}" destId="{D20A3C0D-F961-4710-B892-6D2455C4941C}" srcOrd="13" destOrd="0" presId="urn:microsoft.com/office/officeart/2016/7/layout/RepeatingBendingProcessNew"/>
    <dgm:cxn modelId="{EBD84E9C-AADB-46D0-A5D6-95173BF8AAA6}" type="presParOf" srcId="{D20A3C0D-F961-4710-B892-6D2455C4941C}" destId="{E3F3B6EF-800B-49F6-9B13-095B2CE8BCE1}" srcOrd="0" destOrd="0" presId="urn:microsoft.com/office/officeart/2016/7/layout/RepeatingBendingProcessNew"/>
    <dgm:cxn modelId="{3C0D54A7-B549-49E4-BCD4-A1E0209F4623}" type="presParOf" srcId="{C3BCF708-49B0-47F2-A12A-B0DFA776B89A}" destId="{5EA837DC-163A-4DB2-A10B-4ACF0CB3F8C7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E2CE3-FA11-4066-9360-9627BC820E4E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6C4EE6C7-CEE0-4077-A1BF-13CC49CA2E54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Users</a:t>
          </a:r>
        </a:p>
      </dsp:txBody>
      <dsp:txXfrm>
        <a:off x="2092" y="573182"/>
        <a:ext cx="2241239" cy="1344743"/>
      </dsp:txXfrm>
    </dsp:sp>
    <dsp:sp modelId="{FF29CA00-420F-4088-AE71-E3C7DCD2B30A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F79E4191-825E-4022-A9BD-0EA1F6865B0A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Stores user account information.</a:t>
          </a:r>
        </a:p>
      </dsp:txBody>
      <dsp:txXfrm>
        <a:off x="2758817" y="573182"/>
        <a:ext cx="2241239" cy="1344743"/>
      </dsp:txXfrm>
    </dsp:sp>
    <dsp:sp modelId="{C15013E9-1946-4E09-82D8-D1744B9B0F06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C398244A-625E-4515-8984-CDB34B413C67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Sessions</a:t>
          </a:r>
        </a:p>
      </dsp:txBody>
      <dsp:txXfrm>
        <a:off x="5515542" y="573182"/>
        <a:ext cx="2241239" cy="1344743"/>
      </dsp:txXfrm>
    </dsp:sp>
    <dsp:sp modelId="{F2D5E0BE-1362-470F-95E1-6112CB41DD38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5669FAD1-D7AD-4F19-AE9D-4837EC2E3063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Stores login session information so the system knows who is signed in.</a:t>
          </a:r>
        </a:p>
      </dsp:txBody>
      <dsp:txXfrm>
        <a:off x="8272267" y="573182"/>
        <a:ext cx="2241239" cy="1344743"/>
      </dsp:txXfrm>
    </dsp:sp>
    <dsp:sp modelId="{3DA4319B-D36F-49FC-A4A1-9E76C7D71768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5EBA94CD-E69C-4785-BAD8-B6A13A2BFEA6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Tasks</a:t>
          </a:r>
        </a:p>
      </dsp:txBody>
      <dsp:txXfrm>
        <a:off x="2092" y="2433411"/>
        <a:ext cx="2241239" cy="1344743"/>
      </dsp:txXfrm>
    </dsp:sp>
    <dsp:sp modelId="{70B86C10-6229-4278-81FB-074B243BB811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089ECA7C-7992-4926-B07A-5CE44ABF877E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Stores all task information for each student.</a:t>
          </a:r>
        </a:p>
      </dsp:txBody>
      <dsp:txXfrm>
        <a:off x="2758817" y="2433411"/>
        <a:ext cx="2241239" cy="1344743"/>
      </dsp:txXfrm>
    </dsp:sp>
    <dsp:sp modelId="{D20A3C0D-F961-4710-B892-6D2455C4941C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3103206"/>
        <a:ext cx="25774" cy="5154"/>
      </dsp:txXfrm>
    </dsp:sp>
    <dsp:sp modelId="{1F14373E-4271-4E68-BA59-199D6F0ADD8B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Important Task Fields</a:t>
          </a:r>
        </a:p>
      </dsp:txBody>
      <dsp:txXfrm>
        <a:off x="5515542" y="2433411"/>
        <a:ext cx="2241239" cy="1344743"/>
      </dsp:txXfrm>
    </dsp:sp>
    <dsp:sp modelId="{5EA837DC-163A-4DB2-A10B-4ACF0CB3F8C7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title, course, description, due_date, priority, status, user_id</a:t>
          </a:r>
        </a:p>
      </dsp:txBody>
      <dsp:txXfrm>
        <a:off x="8272267" y="2433411"/>
        <a:ext cx="2241239" cy="13447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FB17-7B63-2BD2-108C-C43CB7DA4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5A495-0EA8-5D20-86C0-D716977B6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0F72E-C8FF-CE46-6062-72EA2C93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3C60A-26B7-F727-CC99-90BAAE0D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FE145-3A17-DC89-23DE-3CBDA21E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7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1DA7-7298-A83B-0451-AAF5525E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C905-98F0-943D-D95A-1C6C25DF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2895E-237B-34B6-323B-5DA6B81C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7E992-2D33-CE4B-101D-BD186A7D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ECD3B-0DB9-F375-75C4-D4E3A666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ADA0-D38B-91AF-1694-98F60FF6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59E7E-98E8-0100-A7CA-E7B84D5CC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7D4BF-28CF-DE2F-E056-C8E41720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69A1-89D7-264F-01B3-9514EFA4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2387-4C01-0FCD-20D2-8B975E2E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3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8263-360D-AC66-1DFA-97DA791F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D0953-D81C-F7B8-2551-3FA7F1D8C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5BE05-CD6F-7CE8-0136-E94588E40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7A165-07C0-7CEA-D5F3-63DDDDEF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F01FE-3956-E0DF-92E2-5DD6FB157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AE10F-52E7-6D35-AB98-1AE27C4E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7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3E89-5AD0-4AAA-0421-04A6AB5A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C8162-D726-8E5F-F18A-722FA64B2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E1BA7-CAEA-FC48-0A5A-E1BD6369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13F423-517C-5E3C-9A46-AD6212FF3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409EB-8418-AEDB-4DFC-3DE7BAA80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C04D1-FE56-A566-2014-E68C902A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7347B-FC92-AC77-F4E7-76978706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4097E-F687-F720-7DFD-A7704913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BC53-7612-2C05-CCDB-E187E46B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8D341-26CE-0ACA-C843-52377C2E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BB6BA-DDA3-6742-C409-1639D9C6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7BD39-77CC-5F20-D170-54A148F6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0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FEDF7-6449-40AE-AA2D-78C9083F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C38BB-C908-8B96-2516-21A2D248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20E3C-C2D6-E2EC-0D87-9E9233EE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7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C517-2ABF-AC81-CCF7-C34FD1B6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E6A4-462C-5C9B-A69A-4F4408F4C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C5997-98A1-7F00-8298-A229D0BB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B531F-9B3E-7DE5-FD7D-8874BD6B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B0924-A2B4-F38C-8E7F-CB8EFAD2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01BE0-0FDE-5E88-35E1-1207572E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6F1E-6C55-67F1-6E42-E3F950B2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23581-2382-4F4E-B3D0-0C8C68B5F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9DD8-BD6A-1842-15A3-7FABD2572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FC27E-1F1E-BA9C-CD85-7BA1797E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541A8-5913-3072-9B2B-8A1F003E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C07B8-6BAE-66C4-6132-4DF3A006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9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2780-F5E3-10BC-BA54-8AB05902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48FD-8F51-21CA-4DA2-352528FE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21E7F-CA5D-BA62-EF71-A3F7AB2CF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7030C-7FEC-A9AD-D7EC-9F3A4144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CA2DB-F052-FB33-5165-CB83C826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45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D11DC-DADE-5359-21CA-31342EFEF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FBDA8-06A6-BB23-A4C5-028FAE465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95F7B-5444-5AC3-E47F-C71BECD4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DFDD7-03D7-776C-EE00-052D080F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FD7D4-46E2-1EF6-CFD5-5AB0515C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8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58C96-E081-03B0-0F78-AAA57553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EBCD8-6FC1-DFA7-E2D4-86BF5875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FEB9F-A218-7EF3-420C-78211C562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76F3C-7A85-4AD5-BE72-BEF191EBB7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110FF-164E-9C73-709B-FE8156BFC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5BBD-CAB1-1747-576F-0736C06A8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5A7-70F9-4C67-94C4-05D7ACE4D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1C719-65ED-A58A-C9AF-ADACB96C4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21225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US" sz="4000"/>
              <a:t>Student Task Manager</a:t>
            </a: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311B227E-C81B-7ED5-B478-2FEB705C5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605FBBC-F425-4EF1-094F-937182CA9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2596847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Group project demo 2</a:t>
            </a:r>
          </a:p>
          <a:p>
            <a:pPr marL="0" indent="0" algn="ctr">
              <a:buNone/>
            </a:pPr>
            <a:r>
              <a:rPr lang="en-US" sz="2000" dirty="0"/>
              <a:t>Team members: </a:t>
            </a:r>
          </a:p>
          <a:p>
            <a:pPr marL="0" indent="0" algn="ctr">
              <a:buNone/>
            </a:pPr>
            <a:r>
              <a:rPr lang="en-US" sz="2000" dirty="0"/>
              <a:t>Safal Shrestha: Team leader, backend, database, full-stack integration</a:t>
            </a:r>
          </a:p>
          <a:p>
            <a:pPr marL="0" indent="0" algn="ctr">
              <a:buNone/>
            </a:pPr>
            <a:r>
              <a:rPr lang="en-US" sz="2000" dirty="0"/>
              <a:t>S Q Abdullah Al Mamun: Frontend design, UI support</a:t>
            </a:r>
          </a:p>
        </p:txBody>
      </p:sp>
    </p:spTree>
    <p:extLst>
      <p:ext uri="{BB962C8B-B14F-4D97-AF65-F5344CB8AC3E}">
        <p14:creationId xmlns:p14="http://schemas.microsoft.com/office/powerpoint/2010/main" val="3359439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49748-3CCC-36D1-DAD4-5C32CF32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13ED-FF52-0BB5-45E0-E8244915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Students have many assignments, deadlines, and courses to manage.</a:t>
            </a:r>
          </a:p>
          <a:p>
            <a:r>
              <a:rPr lang="en-US" sz="2000" dirty="0"/>
              <a:t>It is easy to forget tasks or lose track of progress.</a:t>
            </a:r>
          </a:p>
          <a:p>
            <a:r>
              <a:rPr lang="en-US" sz="2000" dirty="0"/>
              <a:t>Many students need a simple system to organize academic work in one place.</a:t>
            </a:r>
          </a:p>
        </p:txBody>
      </p:sp>
    </p:spTree>
    <p:extLst>
      <p:ext uri="{BB962C8B-B14F-4D97-AF65-F5344CB8AC3E}">
        <p14:creationId xmlns:p14="http://schemas.microsoft.com/office/powerpoint/2010/main" val="306458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74E30-A7E1-A875-3B53-BC2F271E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02380-5964-0471-9A7B-B29BCD857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goal is to build a web-based task manager for students.</a:t>
            </a:r>
          </a:p>
          <a:p>
            <a:r>
              <a:rPr lang="en-US" sz="2000" dirty="0"/>
              <a:t>It helps users create, update, track, and complete coursework tasks.</a:t>
            </a:r>
          </a:p>
          <a:p>
            <a:r>
              <a:rPr lang="en-US" sz="2000" dirty="0"/>
              <a:t>Each user has a private account and their own task list.</a:t>
            </a:r>
          </a:p>
        </p:txBody>
      </p:sp>
    </p:spTree>
    <p:extLst>
      <p:ext uri="{BB962C8B-B14F-4D97-AF65-F5344CB8AC3E}">
        <p14:creationId xmlns:p14="http://schemas.microsoft.com/office/powerpoint/2010/main" val="3750698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FB9DC-5BF7-8C1E-7AE7-04C67146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E49BB-BD62-D6F7-19D2-BE662243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Main Features</a:t>
            </a:r>
          </a:p>
          <a:p>
            <a:r>
              <a:rPr lang="en-US" sz="2000" dirty="0"/>
              <a:t>User registration and login</a:t>
            </a:r>
          </a:p>
          <a:p>
            <a:r>
              <a:rPr lang="en-US" sz="2000" dirty="0"/>
              <a:t>Private tasks for each user</a:t>
            </a:r>
          </a:p>
          <a:p>
            <a:r>
              <a:rPr lang="en-US" sz="2000" dirty="0"/>
              <a:t>Add, view, edit, update, and delete tasks</a:t>
            </a:r>
          </a:p>
          <a:p>
            <a:r>
              <a:rPr lang="en-US" sz="2000" dirty="0"/>
              <a:t>Task status: pending, in progress, completed</a:t>
            </a:r>
          </a:p>
          <a:p>
            <a:r>
              <a:rPr lang="en-US" sz="2000" dirty="0"/>
              <a:t>Course name, description, due date, and priority</a:t>
            </a:r>
          </a:p>
          <a:p>
            <a:r>
              <a:rPr lang="en-US" sz="2000" dirty="0"/>
              <a:t>Search and filters</a:t>
            </a:r>
          </a:p>
          <a:p>
            <a:r>
              <a:rPr lang="en-US" sz="2000" dirty="0"/>
              <a:t>Dashboard summary cards</a:t>
            </a:r>
          </a:p>
          <a:p>
            <a:r>
              <a:rPr lang="en-US" sz="2000" dirty="0"/>
              <a:t>Circular progress chart</a:t>
            </a:r>
          </a:p>
        </p:txBody>
      </p:sp>
    </p:spTree>
    <p:extLst>
      <p:ext uri="{BB962C8B-B14F-4D97-AF65-F5344CB8AC3E}">
        <p14:creationId xmlns:p14="http://schemas.microsoft.com/office/powerpoint/2010/main" val="414105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3B1C8-9AAB-0432-10BE-CC8266EF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2AE94-1210-6C65-1349-7D1907DCD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Frontend</a:t>
            </a:r>
          </a:p>
          <a:p>
            <a:pPr marL="0" indent="0">
              <a:buNone/>
            </a:pPr>
            <a:r>
              <a:rPr lang="en-US" sz="2000" dirty="0"/>
              <a:t>HTML, CSS, JavaScript</a:t>
            </a:r>
          </a:p>
          <a:p>
            <a:pPr marL="0" indent="0">
              <a:buNone/>
            </a:pPr>
            <a:r>
              <a:rPr lang="en-US" sz="2000" b="1" dirty="0"/>
              <a:t>Backend</a:t>
            </a:r>
          </a:p>
          <a:p>
            <a:pPr marL="0" indent="0">
              <a:buNone/>
            </a:pPr>
            <a:r>
              <a:rPr lang="en-US" sz="2000" dirty="0"/>
              <a:t>Python HTTP server</a:t>
            </a:r>
          </a:p>
          <a:p>
            <a:pPr marL="0" indent="0">
              <a:buNone/>
            </a:pPr>
            <a:r>
              <a:rPr lang="en-US" sz="2000" b="1" dirty="0"/>
              <a:t>Database</a:t>
            </a:r>
          </a:p>
          <a:p>
            <a:pPr marL="0" indent="0">
              <a:buNone/>
            </a:pPr>
            <a:r>
              <a:rPr lang="en-US" sz="2000" dirty="0"/>
              <a:t>SQLite</a:t>
            </a:r>
          </a:p>
          <a:p>
            <a:pPr marL="0" indent="0">
              <a:buNone/>
            </a:pPr>
            <a:r>
              <a:rPr lang="en-US" sz="2000" b="1" dirty="0"/>
              <a:t>Simple explanation</a:t>
            </a:r>
          </a:p>
          <a:p>
            <a:pPr marL="0" indent="0">
              <a:buNone/>
            </a:pPr>
            <a:r>
              <a:rPr lang="en-US" sz="2000" dirty="0"/>
              <a:t>“The frontend sends requests to the Python backend. The backend checks the signed-in user, processes the request, and stores or retrieves data from SQLite.”</a:t>
            </a:r>
          </a:p>
        </p:txBody>
      </p:sp>
    </p:spTree>
    <p:extLst>
      <p:ext uri="{BB962C8B-B14F-4D97-AF65-F5344CB8AC3E}">
        <p14:creationId xmlns:p14="http://schemas.microsoft.com/office/powerpoint/2010/main" val="109388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68195C-4601-7788-F021-F3EB6789F3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2C68D8-976F-8D6F-ED81-5C45AB9B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Database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D4C8E0-F587-2FFB-7079-0F64DAA5E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2508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8536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C46C1-AF26-1618-3B5B-1DFD45FF0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3" y="346167"/>
            <a:ext cx="1791008" cy="1588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9AE42B-D972-4767-33B5-C4B0B37ED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208" y="444749"/>
            <a:ext cx="3251032" cy="1350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AB70F6-4503-FDE5-CDD5-5997C2B40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24" y="2639045"/>
            <a:ext cx="2125664" cy="15889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1D546D-DB95-3B31-8313-E5398C8C8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23" y="4930536"/>
            <a:ext cx="3197301" cy="15826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D59B76-4A36-3468-785C-A350960D17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274" y="4930535"/>
            <a:ext cx="1478513" cy="158129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5127" y="-680"/>
            <a:ext cx="4236873" cy="685868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100E3-4981-7CED-9CCE-193FE6AE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152" y="1010485"/>
            <a:ext cx="2840391" cy="3353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 / Demo Screenshots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802074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4571549"/>
            <a:ext cx="8113985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8668C7E-6E43-C1CE-E696-FFD2C5609E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916" y="2636436"/>
            <a:ext cx="1153234" cy="1714847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40636" y="4571549"/>
            <a:ext cx="1892695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59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3AF1D-A0B4-8776-79EC-37F7D0B9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Team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894F-60ED-76F4-7997-9E6FA00EC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Safal Shrestha</a:t>
            </a:r>
          </a:p>
          <a:p>
            <a:r>
              <a:rPr lang="en-US" sz="2000" dirty="0"/>
              <a:t>Full-stack development</a:t>
            </a:r>
          </a:p>
          <a:p>
            <a:r>
              <a:rPr lang="en-US" sz="2000" dirty="0"/>
              <a:t>Backend API</a:t>
            </a:r>
          </a:p>
          <a:p>
            <a:r>
              <a:rPr lang="en-US" sz="2000" dirty="0"/>
              <a:t>Authentication</a:t>
            </a:r>
          </a:p>
          <a:p>
            <a:r>
              <a:rPr lang="en-US" sz="2000" dirty="0"/>
              <a:t>Database integration</a:t>
            </a:r>
          </a:p>
          <a:p>
            <a:r>
              <a:rPr lang="en-US" sz="2000" dirty="0"/>
              <a:t>Testing</a:t>
            </a:r>
          </a:p>
          <a:p>
            <a:pPr marL="0" indent="0">
              <a:buNone/>
            </a:pPr>
            <a:r>
              <a:rPr lang="en-US" sz="2000" b="1" dirty="0"/>
              <a:t>S Q Abdullah Al Mamun</a:t>
            </a:r>
          </a:p>
          <a:p>
            <a:r>
              <a:rPr lang="en-US" sz="2000" dirty="0"/>
              <a:t>Frontend layout</a:t>
            </a:r>
          </a:p>
          <a:p>
            <a:r>
              <a:rPr lang="en-US" sz="2000" dirty="0"/>
              <a:t>Visual design support</a:t>
            </a:r>
          </a:p>
          <a:p>
            <a:r>
              <a:rPr lang="en-US" sz="2000" dirty="0"/>
              <a:t>UI testing</a:t>
            </a:r>
          </a:p>
          <a:p>
            <a:r>
              <a:rPr lang="en-US" sz="2000" dirty="0"/>
              <a:t>Documentation support</a:t>
            </a:r>
          </a:p>
        </p:txBody>
      </p:sp>
    </p:spTree>
    <p:extLst>
      <p:ext uri="{BB962C8B-B14F-4D97-AF65-F5344CB8AC3E}">
        <p14:creationId xmlns:p14="http://schemas.microsoft.com/office/powerpoint/2010/main" val="3598161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46FA0-A8F4-0A2E-F430-A14E5A19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Challenges and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B3CA-76AD-D9F0-8DA5-90BF5E69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Challenges</a:t>
            </a:r>
          </a:p>
          <a:p>
            <a:pPr marL="0" indent="0">
              <a:buNone/>
            </a:pPr>
            <a:r>
              <a:rPr lang="en-US" sz="2000"/>
              <a:t>Adding login without external frameworks</a:t>
            </a:r>
          </a:p>
          <a:p>
            <a:pPr marL="0" indent="0">
              <a:buNone/>
            </a:pPr>
            <a:r>
              <a:rPr lang="en-US" sz="2000"/>
              <a:t>Making every user’s data private</a:t>
            </a:r>
          </a:p>
          <a:p>
            <a:pPr marL="0" indent="0">
              <a:buNone/>
            </a:pPr>
            <a:r>
              <a:rPr lang="en-US" sz="2000"/>
              <a:t>Connecting frontend actions to the backend API</a:t>
            </a:r>
          </a:p>
          <a:p>
            <a:pPr marL="0" indent="0">
              <a:buNone/>
            </a:pPr>
            <a:r>
              <a:rPr lang="en-US" sz="2000"/>
              <a:t>Handling task status and progress chart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b="1"/>
              <a:t>Future Improvements</a:t>
            </a:r>
          </a:p>
          <a:p>
            <a:pPr marL="0" indent="0">
              <a:buNone/>
            </a:pPr>
            <a:r>
              <a:rPr lang="en-US" sz="2000"/>
              <a:t>Calendar view</a:t>
            </a:r>
          </a:p>
          <a:p>
            <a:pPr marL="0" indent="0">
              <a:buNone/>
            </a:pPr>
            <a:r>
              <a:rPr lang="en-US" sz="2000"/>
              <a:t>Reminder notifications</a:t>
            </a:r>
          </a:p>
          <a:p>
            <a:pPr marL="0" indent="0">
              <a:buNone/>
            </a:pPr>
            <a:r>
              <a:rPr lang="en-US" sz="2000"/>
              <a:t>Drag-and-drop task board</a:t>
            </a:r>
          </a:p>
          <a:p>
            <a:pPr marL="0" indent="0">
              <a:buNone/>
            </a:pPr>
            <a:r>
              <a:rPr lang="en-US" sz="2000"/>
              <a:t>File attachments</a:t>
            </a:r>
          </a:p>
          <a:p>
            <a:pPr marL="0" indent="0">
              <a:buNone/>
            </a:pPr>
            <a:r>
              <a:rPr lang="en-US" sz="2000"/>
              <a:t>More analytics</a:t>
            </a:r>
          </a:p>
        </p:txBody>
      </p:sp>
    </p:spTree>
    <p:extLst>
      <p:ext uri="{BB962C8B-B14F-4D97-AF65-F5344CB8AC3E}">
        <p14:creationId xmlns:p14="http://schemas.microsoft.com/office/powerpoint/2010/main" val="297956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B096E-FBF3-3ED3-41B1-4C0272D9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2C64-6F37-BD35-4041-23A33AD6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The Student Task Manager helps students organize academic work.</a:t>
            </a:r>
          </a:p>
          <a:p>
            <a:pPr marL="0" indent="0">
              <a:buNone/>
            </a:pPr>
            <a:r>
              <a:rPr lang="en-US" sz="2000" b="1" dirty="0"/>
              <a:t>It supports:</a:t>
            </a:r>
          </a:p>
          <a:p>
            <a:r>
              <a:rPr lang="en-US" sz="2000" dirty="0"/>
              <a:t>User accounts</a:t>
            </a:r>
          </a:p>
          <a:p>
            <a:r>
              <a:rPr lang="en-US" sz="2000" dirty="0"/>
              <a:t>Private task lists</a:t>
            </a:r>
          </a:p>
          <a:p>
            <a:r>
              <a:rPr lang="en-US" sz="2000" dirty="0"/>
              <a:t>Full CRUD operations</a:t>
            </a:r>
          </a:p>
          <a:p>
            <a:r>
              <a:rPr lang="en-US" sz="2000" dirty="0"/>
              <a:t>Task status tracking</a:t>
            </a:r>
          </a:p>
          <a:p>
            <a:r>
              <a:rPr lang="en-US" sz="2000" dirty="0"/>
              <a:t>Course organization</a:t>
            </a:r>
          </a:p>
          <a:p>
            <a:r>
              <a:rPr lang="en-US" sz="2000" dirty="0"/>
              <a:t>Visual progress reporting</a:t>
            </a:r>
          </a:p>
        </p:txBody>
      </p:sp>
    </p:spTree>
    <p:extLst>
      <p:ext uri="{BB962C8B-B14F-4D97-AF65-F5344CB8AC3E}">
        <p14:creationId xmlns:p14="http://schemas.microsoft.com/office/powerpoint/2010/main" val="2719089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362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Student Task Manager</vt:lpstr>
      <vt:lpstr>Project Problem</vt:lpstr>
      <vt:lpstr>Project Objective</vt:lpstr>
      <vt:lpstr>Main Features</vt:lpstr>
      <vt:lpstr>System Design</vt:lpstr>
      <vt:lpstr>Database Design</vt:lpstr>
      <vt:lpstr>UI / Demo Screenshots</vt:lpstr>
      <vt:lpstr>Team Contributions</vt:lpstr>
      <vt:lpstr>Challenges and 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Mamun, S. Q. Abdullah Al (mamu2549@vandals.uidaho.edu)</dc:creator>
  <cp:lastModifiedBy>Mamun, S. Q. Abdullah Al (mamu2549@vandals.uidaho.edu)</cp:lastModifiedBy>
  <cp:revision>1</cp:revision>
  <dcterms:created xsi:type="dcterms:W3CDTF">2026-04-28T22:33:46Z</dcterms:created>
  <dcterms:modified xsi:type="dcterms:W3CDTF">2026-04-28T23:29:11Z</dcterms:modified>
</cp:coreProperties>
</file>